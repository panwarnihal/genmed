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194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102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566160"/>
            <a:ext cx="5120640" cy="512064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92640" y="448056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_pi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9" y="779069"/>
            <a:ext cx="590702" cy="5907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GenMed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Pharmacy Invoice Auditing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822960" y="4892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Nihal Panwar,4MCA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230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Programme, CHRIST (Deemed to be University), Delhi NCR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4762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16" y="5898059"/>
            <a:ext cx="9944100" cy="9599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E3A8A"/>
                </a:solidFill>
                <a:latin typeface="Poppins SemiBold"/>
              </a:rPr>
              <a:t>Cost Savings Analysis (Per Strip)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Big Problems in Pharmacy Billing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 when you buy medicine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0" dist="38100" dir="5400000" algn="bl" rotWithShape="0">
              <a:srgbClr val="8896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731520" cy="73152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_triad_pric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62" y="2145182"/>
            <a:ext cx="555955" cy="55595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0175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Overcharging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pharmacies charge more than the government's price limit (NPPA/DPCO).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0" dist="38100" dir="5400000" algn="bl" rotWithShape="0">
              <a:srgbClr val="8896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709160" y="20574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icon_triad_transparenc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942" y="2145182"/>
            <a:ext cx="555955" cy="55595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30175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Patient Cost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38404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aren't shown cheaper generic options (like Jan Aushadhi) for the same medicine.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0" dist="38100" dir="5400000" algn="bl" rotWithShape="0">
              <a:srgbClr val="8896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549640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icon_triad_haza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7422" y="2145182"/>
            <a:ext cx="555955" cy="55595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03920" y="30175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Health Risks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503920" y="38404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bills hide dangerous drug combinations and medicines that are officially banned.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GenMed — AI-Powered Pharmacy Invoice Auditing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Run Fully Offline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on the local machine, instantly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1E2761">
              <a:alpha val="80000"/>
            </a:srgbClr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984248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_d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75" y="2058863"/>
            <a:ext cx="472562" cy="4725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110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Database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40487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a local MongoDB database after campus Wi-Fi blocked the cloud version.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1E2761">
              <a:alpha val="80000"/>
            </a:srgbClr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537960" y="1984248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icon_z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575" y="2058863"/>
            <a:ext cx="472562" cy="4725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19110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Drug Matching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240487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drug names on the spot, without needing the internet.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1E2761">
              <a:alpha val="80000"/>
            </a:srgbClr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22960" y="4315968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icon_c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575" y="4390583"/>
            <a:ext cx="472562" cy="47256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2428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1-Hour Rule Cache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473659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government drug rules loaded in memory so it doesn't re-read them every time.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40233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1E2761">
              <a:alpha val="80000"/>
            </a:srgbClr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537960" y="4315968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icon_lay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2575" y="4390583"/>
            <a:ext cx="472562" cy="47256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60920" y="42428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Memory (LRU)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7360920" y="473659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past results, so repeated items are checked instantly.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GenMed — AI-Powered Pharmacy Invoice Auditing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the Price is Fair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cleans up drug names and does the math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_has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5" y="1949135"/>
            <a:ext cx="472562" cy="4725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Up Drug Names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25856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extra wording and sorts ingredients so the same medicine is always recognized the same way.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47472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icon_fla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55" y="3549335"/>
            <a:ext cx="472562" cy="47256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3429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Flagging Overcharges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385876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a flag whenever the price paid is higher than the legal limit.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309360" y="160020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141A4A"/>
          </a:solidFill>
          <a:ln/>
          <a:effectLst>
            <a:outerShdw blurRad="152400" dist="50800" dir="5400000" algn="bl" rotWithShape="0">
              <a:srgbClr val="8896B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6675120" y="1965960"/>
            <a:ext cx="640080" cy="64008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icon_calculato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1930" y="2042770"/>
            <a:ext cx="486461" cy="48646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498080" y="20574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the Legal Price?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675120" y="2971800"/>
            <a:ext cx="4617720" cy="1371600"/>
          </a:xfrm>
          <a:prstGeom prst="roundRect">
            <a:avLst>
              <a:gd name="adj" fmla="val 5333"/>
            </a:avLst>
          </a:prstGeom>
          <a:solidFill>
            <a:srgbClr val="0D1230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 txBox="1"/>
          <p:nvPr/>
        </p:nvSpPr>
        <p:spPr>
          <a:xfrm>
            <a:off x="6858000" y="297180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FD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 Price</a:t>
            </a: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500" dirty="0">
                <a:solidFill>
                  <a:srgbClr val="FF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Govt. Price</a:t>
            </a: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× </a:t>
            </a:r>
            <a:r>
              <a:rPr lang="en-US" sz="1500" dirty="0">
                <a:solidFill>
                  <a:srgbClr val="FFD2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</a:t>
            </a:r>
            <a:r>
              <a:rPr lang="en-US" sz="1500" b="1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× 1.12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675120" y="44805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1.12 simply adds the standard 12% GST on top of the government price.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675120" y="5029200"/>
            <a:ext cx="461772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 txBox="1"/>
          <p:nvPr/>
        </p:nvSpPr>
        <p:spPr>
          <a:xfrm>
            <a:off x="6675120" y="516636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invoice charges more than this amount, the system flags it right away.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GenMed — AI-Powered Pharmacy Invoice Auditing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Patients Safe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safety checks run on every prescription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01600" dist="25400" dir="5400000" algn="bl" rotWithShape="0">
              <a:srgbClr val="8896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2025396"/>
            <a:ext cx="658368" cy="658368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_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64" y="2104400"/>
            <a:ext cx="500360" cy="500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Banned Medicines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257800" y="1965960"/>
            <a:ext cx="0" cy="777240"/>
          </a:xfrm>
          <a:prstGeom prst="line">
            <a:avLst/>
          </a:prstGeom>
          <a:noFill/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5577840" y="19202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each drug against the official list of banned medicine combinations.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182112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01600" dist="25400" dir="5400000" algn="bl" rotWithShape="0">
              <a:srgbClr val="8896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822960" y="342442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icon_testTub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64" y="3503432"/>
            <a:ext cx="500360" cy="5003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83080" y="331927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Antibiotic Rules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257800" y="3364992"/>
            <a:ext cx="0" cy="777240"/>
          </a:xfrm>
          <a:prstGeom prst="line">
            <a:avLst/>
          </a:prstGeom>
          <a:noFill/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 txBox="1"/>
          <p:nvPr/>
        </p:nvSpPr>
        <p:spPr>
          <a:xfrm>
            <a:off x="5577840" y="3319272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sure strictly-controlled antibiotics follow the required prescription rules.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581144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01600" dist="25400" dir="5400000" algn="bl" rotWithShape="0">
              <a:srgbClr val="8896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22960" y="482346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icon_gri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964" y="4902464"/>
            <a:ext cx="500360" cy="5003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83080" y="4718304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Risky Combinations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257800" y="4764024"/>
            <a:ext cx="0" cy="777240"/>
          </a:xfrm>
          <a:prstGeom prst="line">
            <a:avLst/>
          </a:prstGeom>
          <a:noFill/>
          <a:ln w="12700">
            <a:solidFill>
              <a:srgbClr val="E2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 txBox="1"/>
          <p:nvPr/>
        </p:nvSpPr>
        <p:spPr>
          <a:xfrm>
            <a:off x="5577840" y="4718304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every pair of medicines to catch dangerous interactions.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GenMed — AI-Powered Pharmacy Invoice Auditing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icon_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579730"/>
            <a:ext cx="486461" cy="48646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50% Milestone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&amp; Verified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5029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64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1E2761">
              <a:alpha val="85000"/>
            </a:srgbClr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868680" y="2834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icon_lay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90" y="2911450"/>
            <a:ext cx="486461" cy="4864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22960" y="37033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System Built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3434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bills, matches drug names, checks prices, and checks safety — all working together.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389120" y="251460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1E2761">
              <a:alpha val="85000"/>
            </a:srgbClr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4709160" y="2834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icon_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970" y="2911450"/>
            <a:ext cx="486461" cy="48646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63440" y="37033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End to End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4663440" y="43434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automated test confirms the whole process works correctly.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29600" y="251460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1E2761">
              <a:alpha val="85000"/>
            </a:srgbClr>
          </a:solidFill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8549640" y="2834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icon_wifiOff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6450" y="2911450"/>
            <a:ext cx="486461" cy="48646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503920" y="37033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Fully Offline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8503920" y="43434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or internet connection needed to run.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GenMed — AI-Powered Pharmacy Invoice Auditing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I Solved Along the Way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roadblocks that changed how we built this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0" dist="38100" dir="5400000" algn="bl" rotWithShape="0">
              <a:srgbClr val="8896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Switched to a Local Database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404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campus network blocked our cloud database, so we moved everything to run locally instead.</a:t>
            </a:r>
            <a:endParaRPr lang="en-US" sz="1250" dirty="0"/>
          </a:p>
        </p:txBody>
      </p:sp>
      <p:pic>
        <p:nvPicPr>
          <p:cNvPr id="9" name="Image 0" descr="icon_arrowUpRigh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368" y="3703320"/>
            <a:ext cx="274320" cy="274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389120" y="178308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0" dist="38100" dir="5400000" algn="bl" rotWithShape="0">
              <a:srgbClr val="8896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709160" y="21031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470916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3017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Our Own Matching Tool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38404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 database couldn't search text well, so we built a faster matching tool ourselves.</a:t>
            </a:r>
            <a:endParaRPr lang="en-US" sz="1250" dirty="0"/>
          </a:p>
        </p:txBody>
      </p:sp>
      <p:pic>
        <p:nvPicPr>
          <p:cNvPr id="15" name="Image 1" descr="icon_arrowUpRigh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848" y="3703320"/>
            <a:ext cx="274320" cy="2743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229600" y="178308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blurRad="127000" dist="38100" dir="5400000" algn="bl" rotWithShape="0">
              <a:srgbClr val="8896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549640" y="2103120"/>
            <a:ext cx="685800" cy="68580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 txBox="1"/>
          <p:nvPr/>
        </p:nvSpPr>
        <p:spPr>
          <a:xfrm>
            <a:off x="854964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5"/>
          <p:cNvSpPr txBox="1"/>
          <p:nvPr/>
        </p:nvSpPr>
        <p:spPr>
          <a:xfrm>
            <a:off x="8503920" y="3017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How Doses Are Compared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38404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dose amounts from drug names so the safety checks compare medicines correctly.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GenMed — AI-Powered Pharmacy Invoice Auditing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Left to Do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for the rest of the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2240280"/>
            <a:ext cx="0" cy="2834640"/>
          </a:xfrm>
          <a:prstGeom prst="line">
            <a:avLst/>
          </a:prstGeom>
          <a:noFill/>
          <a:ln w="254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640080" cy="640080"/>
          </a:xfrm>
          <a:prstGeom prst="ellipse">
            <a:avLst/>
          </a:prstGeom>
          <a:solidFill>
            <a:srgbClr val="141A4A"/>
          </a:solidFill>
          <a:ln w="317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icon_layoutDash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06654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105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Visual Dashboard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2219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website where users can see their audit results clearly.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" y="3337560"/>
            <a:ext cx="640080" cy="640080"/>
          </a:xfrm>
          <a:prstGeom prst="ellipse">
            <a:avLst/>
          </a:prstGeom>
          <a:solidFill>
            <a:srgbClr val="141A4A"/>
          </a:solidFill>
          <a:ln w="317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icon_receip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48386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322783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Bill Reading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508760" y="36393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how the system reads faded or hard-to-read printed bills.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94360" y="4754880"/>
            <a:ext cx="640080" cy="640080"/>
          </a:xfrm>
          <a:prstGeom prst="ellipse">
            <a:avLst/>
          </a:prstGeom>
          <a:solidFill>
            <a:srgbClr val="141A4A"/>
          </a:solidFill>
          <a:ln w="317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icon_workflow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490118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08760" y="46451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Auto-Updating Data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1508760" y="505663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refresh drug price and safety data every week.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GenMed — AI-Powered Pharmacy Invoice Auditing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566</Words>
  <Application>Microsoft Office PowerPoint</Application>
  <PresentationFormat>Widescreen</PresentationFormat>
  <Paragraphs>92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kaizo sisi</cp:lastModifiedBy>
  <cp:revision>3</cp:revision>
  <dcterms:created xsi:type="dcterms:W3CDTF">2026-08-30T13:34:25Z</dcterms:created>
  <dcterms:modified xsi:type="dcterms:W3CDTF">2026-08-31T03:29:40Z</dcterms:modified>
</cp:coreProperties>
</file>